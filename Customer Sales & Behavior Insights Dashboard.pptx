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D0F8F-0DB7-4816-A7FE-1DBC5339F295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D4D4A-D9F6-49F6-BE2B-C770AC485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59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D0F8F-0DB7-4816-A7FE-1DBC5339F295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D4D4A-D9F6-49F6-BE2B-C770AC485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542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D0F8F-0DB7-4816-A7FE-1DBC5339F295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D4D4A-D9F6-49F6-BE2B-C770AC485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81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D0F8F-0DB7-4816-A7FE-1DBC5339F295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D4D4A-D9F6-49F6-BE2B-C770AC485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686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D0F8F-0DB7-4816-A7FE-1DBC5339F295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D4D4A-D9F6-49F6-BE2B-C770AC485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07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D0F8F-0DB7-4816-A7FE-1DBC5339F295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D4D4A-D9F6-49F6-BE2B-C770AC485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746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D0F8F-0DB7-4816-A7FE-1DBC5339F295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D4D4A-D9F6-49F6-BE2B-C770AC485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040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D0F8F-0DB7-4816-A7FE-1DBC5339F295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D4D4A-D9F6-49F6-BE2B-C770AC485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49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D0F8F-0DB7-4816-A7FE-1DBC5339F295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D4D4A-D9F6-49F6-BE2B-C770AC485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619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D0F8F-0DB7-4816-A7FE-1DBC5339F295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D4D4A-D9F6-49F6-BE2B-C770AC485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67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D0F8F-0DB7-4816-A7FE-1DBC5339F295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D4D4A-D9F6-49F6-BE2B-C770AC485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238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5D0F8F-0DB7-4816-A7FE-1DBC5339F295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D4D4A-D9F6-49F6-BE2B-C770AC485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019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0B050"/>
                </a:solidFill>
              </a:rPr>
              <a:t>Customer Sales &amp; Behavior Insights Dashboard</a:t>
            </a:r>
            <a:endParaRPr lang="en-US" sz="3600" b="1" dirty="0">
              <a:solidFill>
                <a:srgbClr val="00B05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>Data Analysis Project(Istanbul Shopping Malls)</a:t>
            </a:r>
            <a:endParaRPr lang="en-US" b="1" dirty="0">
              <a:solidFill>
                <a:srgbClr val="002060"/>
              </a:solidFill>
            </a:endParaRPr>
          </a:p>
          <a:p>
            <a:endParaRPr lang="en-US" b="1" dirty="0" smtClean="0">
              <a:solidFill>
                <a:srgbClr val="002060"/>
              </a:solidFill>
            </a:endParaRPr>
          </a:p>
          <a:p>
            <a:endParaRPr lang="en-US" b="1" dirty="0">
              <a:solidFill>
                <a:srgbClr val="002060"/>
              </a:solidFill>
            </a:endParaRPr>
          </a:p>
          <a:p>
            <a:endParaRPr lang="en-US" b="1" dirty="0" smtClean="0">
              <a:solidFill>
                <a:srgbClr val="002060"/>
              </a:solidFill>
            </a:endParaRPr>
          </a:p>
          <a:p>
            <a:endParaRPr lang="en-US" b="1" dirty="0">
              <a:solidFill>
                <a:srgbClr val="002060"/>
              </a:solidFill>
            </a:endParaRPr>
          </a:p>
          <a:p>
            <a:endParaRPr lang="en-US" b="1" dirty="0" smtClean="0">
              <a:solidFill>
                <a:srgbClr val="002060"/>
              </a:solidFill>
            </a:endParaRPr>
          </a:p>
          <a:p>
            <a:endParaRPr lang="en-US" b="1" dirty="0">
              <a:solidFill>
                <a:srgbClr val="002060"/>
              </a:solidFill>
            </a:endParaRPr>
          </a:p>
          <a:p>
            <a:endParaRPr lang="en-US" b="1" dirty="0" smtClean="0">
              <a:solidFill>
                <a:srgbClr val="002060"/>
              </a:solidFill>
            </a:endParaRPr>
          </a:p>
          <a:p>
            <a:endParaRPr lang="en-US" b="1" dirty="0">
              <a:solidFill>
                <a:srgbClr val="002060"/>
              </a:solidFill>
            </a:endParaRPr>
          </a:p>
          <a:p>
            <a:endParaRPr lang="en-US" b="1" dirty="0" smtClean="0">
              <a:solidFill>
                <a:srgbClr val="002060"/>
              </a:solidFill>
            </a:endParaRPr>
          </a:p>
          <a:p>
            <a:endParaRPr lang="en-US" b="1" dirty="0">
              <a:solidFill>
                <a:srgbClr val="002060"/>
              </a:solidFill>
            </a:endParaRPr>
          </a:p>
          <a:p>
            <a:endParaRPr lang="en-US" b="1" dirty="0" smtClean="0">
              <a:solidFill>
                <a:srgbClr val="002060"/>
              </a:solidFill>
            </a:endParaRPr>
          </a:p>
          <a:p>
            <a:endParaRPr lang="en-US" b="1" dirty="0">
              <a:solidFill>
                <a:srgbClr val="002060"/>
              </a:solidFill>
            </a:endParaRPr>
          </a:p>
          <a:p>
            <a:endParaRPr lang="en-US" b="1" dirty="0" smtClean="0">
              <a:solidFill>
                <a:srgbClr val="002060"/>
              </a:solidFill>
            </a:endParaRPr>
          </a:p>
          <a:p>
            <a:endParaRPr lang="en-US" b="1" dirty="0">
              <a:solidFill>
                <a:srgbClr val="002060"/>
              </a:solidFill>
            </a:endParaRPr>
          </a:p>
          <a:p>
            <a:endParaRPr lang="en-US" b="1" dirty="0" smtClean="0">
              <a:solidFill>
                <a:srgbClr val="002060"/>
              </a:solidFill>
            </a:endParaRPr>
          </a:p>
          <a:p>
            <a:endParaRPr lang="en-US" b="1" dirty="0">
              <a:solidFill>
                <a:srgbClr val="002060"/>
              </a:solidFill>
            </a:endParaRPr>
          </a:p>
          <a:p>
            <a:endParaRPr lang="en-US" b="1" dirty="0" smtClean="0">
              <a:solidFill>
                <a:srgbClr val="002060"/>
              </a:solidFill>
            </a:endParaRPr>
          </a:p>
          <a:p>
            <a:endParaRPr lang="en-US" b="1" dirty="0">
              <a:solidFill>
                <a:srgbClr val="002060"/>
              </a:solidFill>
            </a:endParaRPr>
          </a:p>
          <a:p>
            <a:endParaRPr lang="en-US" b="1" dirty="0" smtClean="0">
              <a:solidFill>
                <a:srgbClr val="002060"/>
              </a:solidFill>
            </a:endParaRPr>
          </a:p>
          <a:p>
            <a:endParaRPr lang="en-US" b="1" dirty="0">
              <a:solidFill>
                <a:srgbClr val="002060"/>
              </a:solidFill>
            </a:endParaRPr>
          </a:p>
          <a:p>
            <a:endParaRPr lang="en-US" b="1" dirty="0" smtClean="0">
              <a:solidFill>
                <a:srgbClr val="002060"/>
              </a:solidFill>
            </a:endParaRPr>
          </a:p>
          <a:p>
            <a:endParaRPr lang="en-US" b="1" dirty="0">
              <a:solidFill>
                <a:srgbClr val="002060"/>
              </a:solidFill>
            </a:endParaRPr>
          </a:p>
          <a:p>
            <a:endParaRPr lang="en-US" b="1" dirty="0" smtClean="0">
              <a:solidFill>
                <a:srgbClr val="002060"/>
              </a:solidFill>
            </a:endParaRPr>
          </a:p>
          <a:p>
            <a:endParaRPr lang="en-US" b="1" dirty="0">
              <a:solidFill>
                <a:srgbClr val="002060"/>
              </a:solidFill>
            </a:endParaRPr>
          </a:p>
          <a:p>
            <a:endParaRPr lang="en-US" b="1" dirty="0" smtClean="0">
              <a:solidFill>
                <a:srgbClr val="002060"/>
              </a:solidFill>
            </a:endParaRPr>
          </a:p>
          <a:p>
            <a:endParaRPr lang="en-US" b="1" dirty="0">
              <a:solidFill>
                <a:srgbClr val="002060"/>
              </a:solidFill>
            </a:endParaRPr>
          </a:p>
          <a:p>
            <a:endParaRPr lang="en-US" b="1" dirty="0" smtClean="0">
              <a:solidFill>
                <a:srgbClr val="002060"/>
              </a:solidFill>
            </a:endParaRPr>
          </a:p>
          <a:p>
            <a:endParaRPr lang="en-US" b="1" dirty="0">
              <a:solidFill>
                <a:srgbClr val="002060"/>
              </a:solidFill>
            </a:endParaRPr>
          </a:p>
          <a:p>
            <a:endParaRPr 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376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002060"/>
                </a:solidFill>
              </a:rPr>
              <a:t>Project Overview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sz="2000" dirty="0" smtClean="0"/>
              <a:t>The dataset contains information from 10 shopping malls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in Istanbul covering the years 2021 to 2013. The objective is to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visualize the data to derive actionable business insights.       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85995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964477" y="1171854"/>
            <a:ext cx="1861484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4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352" y="106532"/>
            <a:ext cx="11683014" cy="665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964477" y="4227792"/>
            <a:ext cx="18614846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583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 smtClean="0">
                <a:solidFill>
                  <a:schemeClr val="bg2">
                    <a:lumMod val="10000"/>
                  </a:schemeClr>
                </a:solidFill>
              </a:rPr>
              <a:t>Key Insights &amp; Suggestion</a:t>
            </a:r>
            <a:endParaRPr lang="en-US" sz="24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u="sng" dirty="0"/>
              <a:t>Top Categories</a:t>
            </a:r>
            <a:r>
              <a:rPr lang="en-IN" sz="2400" dirty="0"/>
              <a:t>:- clothing and shoes drive higher sales.</a:t>
            </a:r>
            <a:endParaRPr lang="en-US" sz="2400" dirty="0"/>
          </a:p>
          <a:p>
            <a:pPr marL="0" indent="0">
              <a:buNone/>
            </a:pPr>
            <a:r>
              <a:rPr lang="en-IN" sz="2400" dirty="0" smtClean="0"/>
              <a:t>    Suggestion</a:t>
            </a:r>
            <a:r>
              <a:rPr lang="en-IN" sz="2400" dirty="0"/>
              <a:t>:- Increase stock of these </a:t>
            </a:r>
            <a:r>
              <a:rPr lang="en-IN" sz="2400" dirty="0" err="1"/>
              <a:t>categorys</a:t>
            </a:r>
            <a:r>
              <a:rPr lang="en-IN" sz="2400" dirty="0"/>
              <a:t> and Runs promotion for top items.</a:t>
            </a:r>
            <a:endParaRPr lang="en-US" sz="2400" dirty="0"/>
          </a:p>
          <a:p>
            <a:r>
              <a:rPr lang="en-IN" sz="2400" u="sng" dirty="0"/>
              <a:t>Payment Methods</a:t>
            </a:r>
            <a:r>
              <a:rPr lang="en-IN" sz="2400" dirty="0"/>
              <a:t> :- customer mostly prefer cash, credit card and debit card.</a:t>
            </a:r>
            <a:endParaRPr lang="en-US" sz="2400" dirty="0"/>
          </a:p>
          <a:p>
            <a:pPr marL="0" indent="0">
              <a:buNone/>
            </a:pPr>
            <a:r>
              <a:rPr lang="en-IN" sz="2400" dirty="0" smtClean="0"/>
              <a:t>     Suggestion</a:t>
            </a:r>
            <a:r>
              <a:rPr lang="en-IN" sz="2400" dirty="0"/>
              <a:t>:- Offer cashbacks and smooth checkout for these popular options.</a:t>
            </a:r>
            <a:endParaRPr lang="en-US" sz="2400" dirty="0"/>
          </a:p>
          <a:p>
            <a:r>
              <a:rPr lang="en-IN" sz="2400" u="sng" dirty="0"/>
              <a:t>Customer Demography</a:t>
            </a:r>
            <a:r>
              <a:rPr lang="en-IN" sz="2400" dirty="0"/>
              <a:t>:- Specific age groups and locations bring more footfall.</a:t>
            </a:r>
            <a:endParaRPr lang="en-US" sz="2400" dirty="0"/>
          </a:p>
          <a:p>
            <a:pPr marL="0" indent="0">
              <a:buNone/>
            </a:pPr>
            <a:r>
              <a:rPr lang="en-IN" sz="2400" dirty="0" smtClean="0"/>
              <a:t>      Suggestion</a:t>
            </a:r>
            <a:r>
              <a:rPr lang="en-IN" sz="2400" dirty="0"/>
              <a:t>:- Target marketing campaigns towards these core segments.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25645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Conclusion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 Data-driven decisions, such as effective stock management and targeted</a:t>
            </a:r>
          </a:p>
          <a:p>
            <a:pPr marL="0" indent="0">
              <a:buNone/>
            </a:pPr>
            <a:r>
              <a:rPr lang="en-US" sz="2000" dirty="0" smtClean="0"/>
              <a:t> marketing, will help the company maximize its revenue and customer satisfaction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559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152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Customer Sales &amp; Behavior Insights Dashboard</vt:lpstr>
      <vt:lpstr>Project Overview</vt:lpstr>
      <vt:lpstr>PowerPoint Presentation</vt:lpstr>
      <vt:lpstr>Key Insights &amp; Suggestion</vt:lpstr>
      <vt:lpstr>Conclusion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Sales &amp; Behavior Insights Dashboard</dc:title>
  <dc:creator>user</dc:creator>
  <cp:lastModifiedBy>user</cp:lastModifiedBy>
  <cp:revision>9</cp:revision>
  <dcterms:created xsi:type="dcterms:W3CDTF">2026-09-17T06:43:29Z</dcterms:created>
  <dcterms:modified xsi:type="dcterms:W3CDTF">2026-09-17T07:31:51Z</dcterms:modified>
</cp:coreProperties>
</file>